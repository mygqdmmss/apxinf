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2331720"/>
          </a:xfrm>
          <a:prstGeom prst="roundRect">
            <a:avLst>
              <a:gd name="adj" fmla="val 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FC2F0"/>
                </a:solidFill>
                <a:latin typeface="SimHei"/>
                <a:ea typeface="SimHei"/>
                <a:cs typeface="SimHei"/>
              </a:rPr>
              <a:t>项目6 · Agent for Kernel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77824"/>
            <a:ext cx="1051560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4090 能飞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72768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C5D9EE"/>
                </a:solidFill>
                <a:latin typeface="SimHei"/>
                <a:ea typeface="SimHei"/>
                <a:cs typeface="SimHei"/>
              </a:rPr>
              <a:t>Qwen3.8-27B W4A16 单卡 RTX 4090 推理引擎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01952"/>
            <a:ext cx="105156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9FBEDE"/>
                </a:solidFill>
                <a:latin typeface="SimHei"/>
                <a:ea typeface="SimHei"/>
                <a:cs typeface="SimHei"/>
              </a:rPr>
              <a:t>一张卡、4.6 GiB 余量，从零实现 64 层混合架构；16K 首 token 从 27 分钟到 34 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974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架构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48 GDN + 16 全注意力，共 64 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697480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量化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compressed-tensors W4A16 group-32 asymmetric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644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硬件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单张 RTX 4090 (SM89, 24 GiB)，TP=PP=DP=1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264408"/>
            <a:ext cx="27432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提交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commit 06993a2d2642c6f7177b57493b797d5d537e4d64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697480"/>
            <a:ext cx="45720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团队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程仁龙（负责人）· 王天民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26440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1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命名说明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商品名 Qwen3.8；checkpoint 内 HF 架构为 qwen3_5，代码模块因此名为 qwen35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41648"/>
            <a:ext cx="10515600" cy="1700784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51560" y="420624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汇报主线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① 取得文本 eligibility：协议 12/12、公开功能 6/6、200 请求 soak 100%、7 个性能 cell 全部有效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② 用可回滚的配对实验做性能工程：九项接受、八项拒绝，TTFT 约 47 倍、TPOT 约 2 倍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③ 交付双 bonus：多模态图文链路（探针 4/4、文本数值零变化）+ C4 四路并发（官方校准全门通过，goodput 23.5 tok/s）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C0392B"/>
                </a:solidFill>
                <a:latin typeface="SimHei"/>
                <a:ea typeface="SimHei"/>
                <a:cs typeface="SimHei"/>
              </a:rPr>
              <a:t>④ 评测边界：无平台批准的 scorer 产物，不声称任何评分结论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所有数据均来自实测记录（随附证据档案与 REPORT.md），无估算值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成果总览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8638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47×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提升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1K：78.09 s → 1.63 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57530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2.0×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提升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1K：133.7 ms → 66.5 ms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36422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7/7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性能 cell 有效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6422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success 5/5，最差 CV 8.1%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554480"/>
            <a:ext cx="2606040" cy="13716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153144" y="1682496"/>
            <a:ext cx="2313432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4" y="2267712"/>
            <a:ext cx="231343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200 请求 soak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4" y="2523744"/>
            <a:ext cx="2313432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五项 reliability 全为真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154680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七个基础 cell：优化前 → 优化后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502152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22376" y="3502152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cell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93976" y="3502152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优化前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4136" y="3502152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优化后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62856" y="3502152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倍数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" y="3790188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1K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93976" y="3790188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78.09 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74136" y="3790188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1.63 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62856" y="3790188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47.9×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4078224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22376" y="4078224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2K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93976" y="4078224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159.19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374136" y="4078224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3.31 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2856" y="4078224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48.1×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" y="4366260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4K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93976" y="4366260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320.40 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74136" y="4366260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7.01 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6" y="4366260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45.7×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654296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22376" y="4654296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8K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93976" y="4654296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676.52 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74136" y="4654296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14.81 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62856" y="4654296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45.7×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" y="4942332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16K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93976" y="4942332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1635.15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74136" y="4942332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34.58 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62856" y="4942332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47.3×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40080" y="5230368"/>
            <a:ext cx="4846320" cy="28803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722376" y="5230368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1K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93976" y="5230368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133.7 ms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374136" y="5230368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66.5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62856" y="5230368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2.01×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" y="5518404"/>
            <a:ext cx="120700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8K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093976" y="5518404"/>
            <a:ext cx="111556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153.4 ms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74136" y="5518404"/>
            <a:ext cx="102412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67.3 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62856" y="5518404"/>
            <a:ext cx="841248" cy="2880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2.28×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43600" y="3154680"/>
            <a:ext cx="5577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correctness 与稳定性门禁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3520440"/>
            <a:ext cx="5486400" cy="2770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协议 gate 12/12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7 个负控全部 HTTP 400 + JSON error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公开功能 6/6 精确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含三个 8K longdoc，EOS 提前终止正常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200 请求混合 soak 100%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无 OOM / NaN / fallback / Xid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proxy hidden 11/12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达到资格线（非官方代理集，已标注）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多模态 + C4 双 bonus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图文探针 4/4；C4 官方校准全门通过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峰值显存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文本 19958 / 多模态 20914，上限 24564 MiB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口径遵循合同：warmup 1 次 + 测 5 次取中位数，TTFT/TPOT 的 CV 均 ≤ 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任务边界与合同约束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starter 仓库没有 Qwen3.8、没有 W4A16、没有 GDN、也没有 HTTP/SSE —— 本项目是从零建立的 vertical slice，而非在既有模块上接线。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214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模型结构要点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12064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64 层混合主干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每四层三个 GDN（线性注意力）+ 一个全注意力，两类层请求状态互不相同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GDN 层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16 key / 48 value head、head_dim 128，因果卷积 ring buffer + FP32 递归态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全注意力层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24 Q / 4 KV head、head_dim 256，输出门控 + partial RoPE 仅前 64 维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逐模块混合量化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MLP 与投影为 packed W4，in_proj 与 conv/norm 为 BF16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21408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合同硬约束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2468880"/>
            <a:ext cx="512064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单卡固定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禁止其他 GPU、CPU、vLLM、Transformers 作为服务 fallback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不改评测件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evaluation/ 下合同、生成器、scorer 一律不动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不硬编码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不按 case ID、公开 token 或已知答案特判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health 必须真实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capability 未经验证前一律 fail closed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分层原则：模型知道层序、状态与融合决策；CUDA backend 只暴露设备管理与单 kernel/单库调用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CORRECTNESS · RELIABILITY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第一层：取得文本 eligibility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eligibility 是硬门：任一 reliability boolean 为假会直接令 eligible=false，不是从 10 分里扣分。因此先把门禁全部打绿，再谈性能。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84832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208483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门禁项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59736" y="2084832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45736" y="2084832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实测结果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14016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协议 gate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59736" y="2414016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malformed 400 + 6 负控 400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45736" y="2414016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12/12 通过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43200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" y="2743200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公开功能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59736" y="2743200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6/6 normalized exact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5736" y="2743200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6/6 精确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072384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隐藏功能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59736" y="3072384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≥ 11/12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5736" y="3072384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proxy 11/12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01568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" y="3401568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请求成功率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59736" y="3401568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≥ 99%（目标 100%）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3401568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200/200 = 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3730752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五项 boolean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59736" y="3730752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全部为真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45736" y="3730752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全部为真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59936"/>
            <a:ext cx="585216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2376" y="4059936"/>
            <a:ext cx="15727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性能 cell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59736" y="4059936"/>
            <a:ext cx="21214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success 5/5、CV ≤ 10%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45736" y="4059936"/>
            <a:ext cx="16642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7/7 有效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084832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关键缺陷：客户端断连导致容量泄漏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450592"/>
            <a:ext cx="45720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现象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客户端在 8K 请求中断连后，服务连续 653 s 返回 503，而 /health 始终 200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根因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prefill 完成前无响应字节可写，HTTP 层无法从写失败感知断连，取消信号无处生效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修复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socket EOF 监视 + prefill 块边界检查取消，中止映射为 Cancelled 而非服务故障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结果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恢复时间 653 s → 4.86 s；新增 3 个回归测试，修复前失败、修复后通过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无平台批准的 trajectory reference，故 trajectory 标记 unverified，且未使用自捕获自评分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第二层：性能工程的实际路径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十七次单变量配对实验，九项接受、八项拒绝。每项接受的改动都带一个 =0 回滚开关，并以位相等或有界漂移的测试守护。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22376" y="2103120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接受的改动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22776" y="2103120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定位到的问题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08776" y="2103120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端到端效果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" y="2427732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release 构建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22776" y="2427732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host 侧解释开销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2427732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−18.3%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752344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22376" y="2752344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关闭调试采集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22776" y="2752344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每 token 写盘与 stderr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2752344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−3.8%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" y="3076956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W4 prefill 改 dequant+GEMM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22776" y="3076956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每行重读整个权重矩阵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08776" y="3076956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−74.3%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401568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22376" y="3401568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packed W4 GEMV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22776" y="3401568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128 B 事务只用 16 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8776" y="3401568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TPOT −35.4%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" y="3726180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dequant scratch 池化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22776" y="3726180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178 MB cudaMalloc 耗 3.2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08776" y="3726180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1K −65%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050792"/>
            <a:ext cx="6949440" cy="324612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722376" y="4050792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prefill 块 64 → 512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22776" y="4050792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每块重复 dequant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8776" y="4050792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TTFT 1K −69%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" y="4375404"/>
            <a:ext cx="30358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attention 批量化 + 行协作 softmax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22776" y="4375404"/>
            <a:ext cx="212140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每线程重复扫描整行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08776" y="4375404"/>
            <a:ext cx="1298448" cy="3246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16K TTFT −92%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210312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被拒绝的八项（负结果）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468880"/>
            <a:ext cx="3566160" cy="38221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deferred GDN 状态检查：零收益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warp-per-output GEMV：−1.8%（噪声内）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uint4 向量化加载：慢 26%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4 累加器数组：慢 17%（local memory 溢出）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展开 + FMA 融合：慢 1.3%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Marlin 位技巧 SIMD：慢 54%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per-group 查表：设计阶段否决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· chunk 512 初判保守：显存复核后采纳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接受条件：correctness 不降、CV ≤ 10%、端到端收益超过噪声；只有 kernel 变快而端到端无收益一律拒绝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DEEP DIVE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核心发现：16K 的瓶颈是 softmax 的 512 倍冗余扫描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93268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1691640"/>
            <a:ext cx="104241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for (c = 0; c &lt; valid_cols; c++)  // 这一行被 block 内每个线程各执行一遍</a:t>
            </a:r>
          </a:p>
          <a:p>
            <a:pPr algn="l">
              <a:spcAft>
                <a:spcPts val="0"/>
              </a:spcAft>
            </a:pPr>
            <a:r>
              <a:rPr sz="12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256 个线程做完全相同的全行扫描，再乘以每行 ceil(cols/256) 个 block —— 每行被完整扫描 512 次，而正确做法只需两遍分区扫描。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70048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定位过程（三次假设修正）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5212080" cy="3273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① 单层模型仅解释 124 s / 408.7 s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→ 改用逐块递增 kv 的阶梯测量，单个 attention 层 25.05 s，16 层约 400 s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② 假设 GEMM 形状退化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→ 重排后 M 从 6 变 512，仅降至 23.59 s，非主因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③ 假设输出 stride 问题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→ 微基准显示 GEMM 仅 5.7 µs，与 stride 无关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④ 定位测量口径错误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→ 此前用 kv_offset=0 测 softmax（平均仅 256 列），按真实 15872 列换算得 2234 ms，与实测 2082 ms 吻合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670048"/>
            <a:ext cx="5212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修复效果（双卡双副本验证）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035808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3035808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测量项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49056" y="3035808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修复前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0616" y="3035808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修复后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2176" y="3035808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6" y="3364992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attention 阶梯（单层）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49056" y="3364992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23.06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0616" y="3364992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0.659 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52176" y="3364992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35.0×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694176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391656" y="3694176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单次 sdpa（kv=16384）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9056" y="3694176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2053.7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0616" y="3694176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13.7 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52176" y="3694176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150×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91656" y="4023360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服务 TTFT 8K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4023360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64.1 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0616" y="4023360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17.8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52176" y="4023360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3.6×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09360" y="4352544"/>
            <a:ext cx="5029200" cy="329184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6391656" y="4352544"/>
            <a:ext cx="189280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服务 TTFT 16K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6" y="4352544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408.7 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00616" y="4352544"/>
            <a:ext cx="88696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31.9 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52176" y="4352544"/>
            <a:ext cx="70408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12.8×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754879"/>
            <a:ext cx="5120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改为一个 block 负责一行、256 线程分工 + shared memory 归约；每个线程只重写自己读过的元素，因而原地安全。max 归约与顺序无关，指数求和改为分区树形，属于已接受的同类 FP32 重结合。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公开功能 6/6 在修复后重新验证仍全部精确通过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DEEP DIVE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核心发现：两个“非计算”瓶颈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30352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① prefill 的 W4 投影退化成 M 个 GEMV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38528"/>
            <a:ext cx="5212080" cy="65836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41248" y="204825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25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blockIdx.x = row * out_features + out</a:t>
            </a:r>
          </a:p>
          <a:p>
            <a:pPr algn="l"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每个 block 各自重读所需权重行 ⇒ M 行 prefill 把整个权重矩阵搬运 M 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5212080" cy="3547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证据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prefill 每 token 76 ms，decode 105 ms；64-token block 只比单步 decode 慢 46 倍却做了 64 倍的工作，批处理效率仅 1.03 倍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修复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大 M 时先 dequant 到 BF16 scratch 再交 tensor core GEMM，decode 保持 GEMV；解压逐位精确（assert_eq! 全量断言）</a:t>
            </a:r>
          </a:p>
          <a:p>
            <a:pPr>
              <a:lnSpc>
                <a:spcPct val="125000"/>
              </a:lnSpc>
              <a:spcAft>
                <a:spcPts val="8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效果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1K TTFT 77.33 s → 19.87 s，公开功能仍 6/6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554480"/>
            <a:ext cx="521208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② 80% 的 prefill 花在 cudaMalloc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938528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391656" y="1938528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微基准（单层归因）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57816" y="1938528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耗时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253996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GDN 层整体 prefill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57816" y="2253996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16.7 ms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569464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391656" y="2569464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  其中 norm + out_proj + MLP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57816" y="2569464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11.4 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91656" y="2884932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cudaMalloc+free 178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57816" y="2884932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3.22 ms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3200400"/>
            <a:ext cx="4937760" cy="315468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391656" y="3200400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cudaMalloc+free 4 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57816" y="3200400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3.7 µs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91656" y="3515868"/>
            <a:ext cx="340156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单个 MLP 投影（含分配）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957816" y="3515868"/>
            <a:ext cx="1207008" cy="3154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1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3.92 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886200"/>
            <a:ext cx="51206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178 MB 的 dequant scratch 分配+释放要 3.22 ms，占一次完整 MLP 投影的 82%。每个 GDN 层每块有 7 次 W4 投影，各自新分配一次 —— 约 80% 的 prefill 时间是显存页表操作，不是算术。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改为按尺寸类复用的 scratch 池后：GDN 层 prefill 16.7 → 5.6 ms，1K TTFT 5.76 s → 2.38 s，且 frozen 输出逐位不变。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两处根因都不是“kernel 算得慢”，而是访存与内存管理的结构问题 —— 靠实测归因才暴露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实验方法与结论可信度保障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8249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1. 四卡并行实验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75104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GPU1 只跑正式服务 A/B（带全局 flock），GPU0 做 profile 归因，GPU2/3 跑测试分片。一次验证周期从串行 35 s 降到 12 s；三种 chunk 配置的扫描一次 11 s 完成。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798064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2. 微基准矩阵做成本归因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为 W4 GEMV 构造三个诊断变体（只读权重 / 去 dequant / 完整），一次并行得到「访存 41% + 乘加 21% + dequant 算术 39%」的分解，并证明访存已达峰值 81%——瓶颈定位由测量给出，不依赖推测。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6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91363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3. 先证明位相等，再写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Marlin 位技巧动工前先穷举验证：0x4300|q 恰为 128+q、BF16 减法精确、乘积 ≤13 位有效可被 FP32 精确保存 ⇒ 与生产路径必然位相等。正确性由数学保证而非事后调容差。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01184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1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02920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4. 对低于 5% 的结论强制双卡双副本复测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21808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400"/>
              </a:spcAft>
            </a:pPr>
            <a:r>
              <a:rPr sz="120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一次三卡测量曾显示 4% 收益，双副本复测得 baseline 923/901 µs、候选 934/913 µs —— 卡间差异 2.4% 大于候选效应，实际慢 1.3%。该协议排除了一次假阳性。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开发期共有三次假设被实测推翻，均记录于 REPORT.md，作为后续决策依据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TRADE-OFFS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取舍：correctness / 性能 / 稳定性 / 显存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73352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轨迹软目标 ⇄ TTFT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56816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W4 GEMM 与 packed GEMV 改变累加顺序，冻结轨迹前缀在 28 / 23 / 76 token 间变动。机制唯一：oracle 自身在第 23、28、76 步的 top1/top2 margin 恰为 0，任何容差都无法修。轨迹阈值为 0 且公开功能始终 6/6，故以 5 分软目标换 35 分主轴。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70048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NaN 防护 ⇄ 速度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72384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曾把逐 op 有限性检查批量化为每 token 一次（去掉约 200 次同步）。实测零收益，于是保留更严格的逐 op 检查 —— 更安全的选项恰好也是免费的。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85616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14400" y="3904488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显存 ⇄ prefill 吞吐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187952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prefill 块 64 → 512 使 attention score workspace 从 192 MB 涨到 1536 MB，scratch 池另占约 460 MB。两者都经 request_state_bytes 计入 admission，配置过大时启动即 fail closed 而非请求中途 OOM。峰值 19958 / 24564 MiB。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901184"/>
            <a:ext cx="10881360" cy="1024128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14400" y="5020056"/>
            <a:ext cx="10332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稳定性：不做交换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303520"/>
            <a:ext cx="103327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18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每项改动接受前都需通过协议 12/12、公开功能 6/6 与干净 soak；两个在隔离测试中更快的候选因端到端无收益而被拒。没有任何改动只凭 kernel 数字被接受。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显存账本也决定了 bonus 边界：长上下文 65536 需 4923 MiB 而仅余 4606 MiB，131072 则无论如何不可能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LIMITS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已知限制与评测边界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以下各项均已完整写入 REPORT.md。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57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不作声称的结论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04872"/>
            <a:ext cx="521208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无正式 scorer 产物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评分需平台批准的 trajectory reference，本机不存在；未以自捕获方式自评分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因此不声称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eligible、trajectory 得分、基础分或多模态得分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no_xid 为间接证据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dmesg 无读取权限，以服务日志零 CUDA 错误 + GPU 计数稳定佐证，已标注为间接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hidden 用自建代理集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官方 hidden 集不可得，11/12 来自独立种子代理集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图片套件不在本机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public 4/4 属平台运行项；自建探针非官方公开集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5740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性能与 bonus 的边界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04872"/>
            <a:ext cx="5212080" cy="3886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与合同标尺的距离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prefill 距算术下限约 4.8 倍，decode 距带宽下限约 3.3 倍；动态分按同轮最优参考计分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decode 达局部最优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五次微优化实测均无效，反汇编证明 M=1 GEMV 受延迟限制；突破需 M≥8 的融合 dequant-MMA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长上下文受显存限制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65536 需 4923 MiB、可用 4606 MiB；131072 不可行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C8 与 MTP 未交付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C4 已交付；C8 需 4.1 GiB 超出预算，共享 scratch 的改造路径已量化但未实现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八项被拒实验均保留数据与根因分析，作为负结果证据记录于 REPORT.md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多模态 bonus：完整交付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完整 vision 路径 + POST /v1/chat/completions 已接入服务；APXINF_ENABLE_MULTIMODAL=1 单开关启用，默认文本配置行为与数值零变化。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正确性验证（逐阶段）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预处理位相等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PNG 解码 + patchify 与 HF processor 逐位一致（1,204,224 个 f32 零差异）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prompt token 级精确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模板渲染 + tokenize 与 Qwen3VLProcessor 在全部探针上一致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vision 塔对齐 oracle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27 块 BF16 对 FP32 golden 漂移 1.2–8%，merged 嵌入余弦 0.99972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新 kernel 位相等回归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宽 head_dim SDPA 在 64 处与旧 kernel 逐位一致；merger 采用 erf-GELU，经 HF 源码核实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端到端实测结果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自建图片探针 4/4 精确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"382" / "red" / "12" / "5"，单请求端到端 1–2 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文本门禁复验通过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协议 12/12、公开功能 6/6、图文混合 soak 36/36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文本数值零变化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冻结 128-token 输出与文本配置逐字节一致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显存过账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vision 塔约 956 MiB 常驻，chunk 自动降为 256，峰值 20914 / 24564 MiB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138928"/>
            <a:ext cx="10881360" cy="10058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526694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得分口径说明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官方图片套件不在本机，「public 4/4」属平台运行项；自建探针与合同同构同格式但非官方公开集，因此不声称多模态得分。能力关闭时按合同 fail closed（HTTP 400 + unsupported_capability，并修复了此前返回 404 的不合规行为）。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回滚 = 取消 APXINF_ENABLE_MULTIMODAL 单开关；文本 layer-1/layer-2 全部性能数字均在无该开关的配置下测得，不受影响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BONUS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多请求 bonus：C4 四路并发交付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批式 protocol runtime 仅在 APXINF_Q35_MAX_CONCURRENCY&gt;1 时启用，默认单请求路径零改动；官方 evaluator 校准 run 全部效度门通过。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E8A4F"/>
                </a:solidFill>
                <a:latin typeface="SimHei"/>
                <a:ea typeface="SimHei"/>
                <a:cs typeface="SimHei"/>
              </a:rPr>
              <a:t>实现要点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14016"/>
            <a:ext cx="5212080" cy="38770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批式调度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admission 4 permits + 单 batch worker，每轮一步批式 decode；两阶段交付消除 permit 释放竞态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批式 kernel 位相等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GDN conv/recurrent、partial RoPE 批式版与串行路径逐字节一致（真实权重回归断言）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prefix cache + 会话回收池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相同 prompt 从模板 fork 约 2 ms；流序分配把冷 fork 从 330 ms 降到个位数 ms</a:t>
            </a:r>
          </a:p>
          <a:p>
            <a:pPr>
              <a:lnSpc>
                <a:spcPct val="125000"/>
              </a:lnSpc>
              <a:spcAft>
                <a:spcPts val="10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单请求零回归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TPOT 在冻结基线带内，输出字节不变；batch=1 自动回退串行路径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066544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官方校准结果（multi-c4-text-perf-1024）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432304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EC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391656" y="2432304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指标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94776" y="243230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实测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49256" y="243230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门槛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743200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success / correctness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94776" y="274320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1.0 / 1.0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49256" y="274320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= 1.0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3054096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391656" y="3054096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Jain 公平性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94776" y="3054096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0.9993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49256" y="3054096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&gt;= 0.95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364992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p95 TTFT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4776" y="3364992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1.789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49256" y="3364992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&lt;= 2.496 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675888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91656" y="3675888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p95 TPOT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94776" y="3675888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173.9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49256" y="3675888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&lt;= 186.9 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656" y="3986784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goodput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94776" y="398678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23.53 tok/s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49256" y="3986784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计分指标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297680"/>
            <a:ext cx="5212080" cy="310896"/>
          </a:xfrm>
          <a:prstGeom prst="roundRect">
            <a:avLst>
              <a:gd name="adj" fmla="val 4000"/>
            </a:avLst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391656" y="4297680"/>
            <a:ext cx="193852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no_fallback / 健康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429768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true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49256" y="4297680"/>
            <a:ext cx="1389888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Aft>
                <a:spcPts val="400"/>
              </a:spcAft>
            </a:pPr>
            <a:r>
              <a:rPr sz="120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必须为真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5138928"/>
            <a:ext cx="10881360" cy="1005840"/>
          </a:xfrm>
          <a:prstGeom prst="roundRect">
            <a:avLst>
              <a:gd name="adj" fmla="val 4000"/>
            </a:avLst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68680" y="5266944"/>
            <a:ext cx="104241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C0392B"/>
                </a:solidFill>
                <a:latin typeface="SimHei"/>
                <a:ea typeface="SimHei"/>
                <a:cs typeface="SimHei"/>
              </a:rPr>
              <a:t>C8 未交付原因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受限于显存而非调度：8 份完整请求态需 4.1 GiB，超出 2.36 GiB 的 admission 预算；共享 GDN scratch 后每份可降至约 295 MiB、可满足入场条件，但该改造未实现，因此不声称 C8。调度器、admission 与批式 kernel 均已按并发数参数化。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回滚 = 不设 APXINF_Q35_MAX_CONCURRENCY（或 =1）即恢复精确的冻结单请求 runtime；并发同批 32 请求全部 200，无 503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REPRODUCIBILITY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可复现性与提交材料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10881360" cy="1847088"/>
          </a:xfrm>
          <a:prstGeom prst="roundRect">
            <a:avLst>
              <a:gd name="adj" fmla="val 4000"/>
            </a:avLst>
          </a:prstGeom>
          <a:solidFill>
            <a:srgbClr val="1A1D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682496"/>
            <a:ext cx="10332720" cy="1627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150" b="0">
                <a:solidFill>
                  <a:srgbClr val="7EC8FF"/>
                </a:solidFill>
                <a:latin typeface="SimHei"/>
                <a:ea typeface="SimHei"/>
                <a:cs typeface="SimHei"/>
              </a:rPr>
              <a:t># 提交 commit（验收以此为准）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06993a2d2642c6f7177b57493b797d5d537e4d64    branch: integrate/member2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python3 benchmarks/qwen38_4090/evaluation/test.py check      # → assignment checks passed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cargo build --release --features cuda-no-nvtx --locked --bin apxinf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target/release/apxinf serve --model &lt;ckpt&gt; --revision 63768c10... --gpu-uuid GPU-343bc895...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APXINF_ENABLE_MULTIMODAL=1 target/release/apxinf serve ...   # 多模态配置（可选，单开关）</a:t>
            </a:r>
          </a:p>
          <a:p>
            <a:pPr algn="l">
              <a:spcAft>
                <a:spcPts val="200"/>
              </a:spcAft>
            </a:pPr>
            <a:r>
              <a:rPr sz="1150" b="0">
                <a:solidFill>
                  <a:srgbClr val="E6EAF0"/>
                </a:solidFill>
                <a:latin typeface="SimHei"/>
                <a:ea typeface="SimHei"/>
                <a:cs typeface="SimHei"/>
              </a:rPr>
              <a:t>APXINF_Q35_MAX_CONCURRENCY=4 ... serve ... --queue-capacity 4  # C4 并发配置（可选，单开关）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提交材料对应关系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设计变化与执行阶段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REPORT.md 按第一层/第二层分节，逐项记录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test.py check / run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check 已通过并留存日志；run 因缺平台参照件无法产出评分件，等价负载已直测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负控制与回归测试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7 个协议负控、3 个断连故障注入、9 组数值回归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取舍与限制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REPORT.md 专设 Trade-offs 与 Limits 两节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3566160"/>
            <a:ext cx="5303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回滚能力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913632"/>
            <a:ext cx="521208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每项优化独立可关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APXINF_Q35_W4_PREFILL_GEMM / W4_PACKED_GEMV / BATCHED_SDPA / SCRATCH_POOL / PREFILL_CHUNK / ROWWISE_SOFTMAX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bonus 均单开关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APXINF_ENABLE_MULTIMODAL 与 APXINF_Q35_MAX_CONCURRENCY 都不设时，行为即纯文本单请求提交件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被拒候选保留在树中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默认关闭并附回归测试，作为负结果证据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回滚点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47ec280d2f88e8daf87750c0957e596e3a5390c1（集成前 HEAD）</a:t>
            </a:r>
          </a:p>
          <a:p>
            <a:pPr>
              <a:lnSpc>
                <a:spcPct val="125000"/>
              </a:lnSpc>
              <a:spcAft>
                <a:spcPts val="900"/>
              </a:spcAft>
            </a:pPr>
            <a:r>
              <a:rPr sz="12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清洁性 </a:t>
            </a:r>
            <a:r>
              <a:rPr sz="120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cargo fmt --check、cargo check --workspace --locked、git diff --check 全绿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未提交模型权重、凭据、机器地址或未公开评测数据；submission.json 的图片字段未手工填写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70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分工说明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52728"/>
            <a:ext cx="1371600" cy="1524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>
                <a:solidFill>
                  <a:srgbClr val="1A1D24"/>
                </a:solidFill>
                <a:latin typeface="SimHei"/>
                <a:ea typeface="SimHei"/>
                <a:cs typeface="SimHei"/>
              </a:rPr>
              <a:t>两人团队，分工依据 git 提交记录。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29968"/>
            <a:ext cx="6766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程仁龙（负责人）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50592"/>
            <a:ext cx="667512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模型与 kernel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Qwen3.8 config / loader / weights，48 层 GDN 与 16 层全注意力 CUDA 实现，W4A16 解包与 GEMM / GEMV kernel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服务与协议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HTTP / SSE、七项负控、admission、断连取消与故障恢复，/v1/chat/completions 图文入口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正确性验证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离线 oracle（文本 + vision）、hidden 代理集、逐层对拍与位相等断言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性能工程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十七次单变量配对实验、显存账本、四卡并行验证方法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双 bonus 与集成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vision 塔 CUDA 移植、C4 批式调度与批式 kernel、REPORT.md、最终集成与提交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029968"/>
            <a:ext cx="36576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>
                <a:solidFill>
                  <a:srgbClr val="0066CC"/>
                </a:solidFill>
                <a:latin typeface="SimHei"/>
                <a:ea typeface="SimHei"/>
                <a:cs typeface="SimHei"/>
              </a:rPr>
              <a:t>王天民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450592"/>
            <a:ext cx="356616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离线 benchmark 脚手架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shape inventory 与 experiment validator 脚本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campaign 资料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manifest 与 README</a:t>
            </a:r>
          </a:p>
          <a:p>
            <a:pPr>
              <a:lnSpc>
                <a:spcPct val="125000"/>
              </a:lnSpc>
              <a:spcAft>
                <a:spcPts val="1100"/>
              </a:spcAft>
            </a:pPr>
            <a:r>
              <a:rPr sz="1250" b="1">
                <a:solidFill>
                  <a:srgbClr val="1A1D24"/>
                </a:solidFill>
                <a:latin typeface="SimHei"/>
                <a:ea typeface="SimHei"/>
                <a:cs typeface="SimHei"/>
              </a:rPr>
              <a:t>— 协作记录 </a:t>
            </a:r>
            <a:r>
              <a:rPr sz="125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交接文档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5A6373"/>
                </a:solidFill>
                <a:latin typeface="SimHei"/>
                <a:ea typeface="SimHei"/>
                <a:cs typeface="SimHei"/>
              </a:rPr>
              <a:t>原计划的多人并行安排实际为单人串行推进；GPU 带锁队列与单卡正式重放的纪律全程执行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4000"/>
            </a:avLst>
          </a:prstGeom>
          <a:solidFill>
            <a:srgbClr val="0F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5840" y="1234440"/>
            <a:ext cx="10149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8FC2F0"/>
                </a:solidFill>
                <a:latin typeface="SimHei"/>
                <a:ea typeface="SimHei"/>
                <a:cs typeface="SimHei"/>
              </a:rPr>
              <a:t>为什么叫「4090 能飞」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719072"/>
            <a:ext cx="101498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200" b="1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让它飞起来的不是更强的硬件，是看清了瓶颈的真实位置。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C5D9EE"/>
                </a:solidFill>
                <a:latin typeface="SimHei"/>
                <a:ea typeface="SimHei"/>
                <a:cs typeface="SimHei"/>
              </a:rPr>
              <a:t>三个最大的瓶颈都不在算术里：softmax 每个线程重复扫描整行、W4 投影每行重读整个权重矩阵、80% 的 prefill 耗在 cudaMalloc。未更换硬件与算法，通过正确的测量归因逐一消除结构性瓶颈 —— TTFT 约 47 倍、TPOT 约 2 倍，correctness 与稳定性全程未退让。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05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207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SimHei"/>
                <a:ea typeface="SimHei"/>
                <a:cs typeface="SimHei"/>
              </a:rPr>
              <a:t>最大的单点收益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7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行协作 softmax：16K attention 单层 23.06 s → 0.659 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636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SimHei"/>
                <a:ea typeface="SimHei"/>
                <a:cs typeface="SimHei"/>
              </a:rPr>
              <a:t>最有价值的负结果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36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Marlin 位技巧在 M=1 GEMV 慢 54%，反汇编级根因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4114800"/>
            <a:ext cx="3246120" cy="1371600"/>
          </a:xfrm>
          <a:prstGeom prst="roundRect">
            <a:avLst>
              <a:gd name="adj" fmla="val 4000"/>
            </a:avLst>
          </a:prstGeom>
          <a:solidFill>
            <a:srgbClr val="1638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065008" y="4297680"/>
            <a:ext cx="2880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8FC2F0"/>
                </a:solidFill>
                <a:latin typeface="SimHei"/>
                <a:ea typeface="SimHei"/>
                <a:cs typeface="SimHei"/>
              </a:rPr>
              <a:t>最关键的方法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65008" y="4626864"/>
            <a:ext cx="288036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0">
                <a:solidFill>
                  <a:srgbClr val="FFFFFF"/>
                </a:solidFill>
                <a:latin typeface="SimHei"/>
                <a:ea typeface="SimHei"/>
                <a:cs typeface="SimHei"/>
              </a:rPr>
              <a:t>低于 5% 的结论必须双卡双副本复测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5943600"/>
            <a:ext cx="10149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8FC2F0"/>
                </a:solidFill>
                <a:latin typeface="SimHei"/>
                <a:ea typeface="SimHei"/>
                <a:cs typeface="SimHei"/>
              </a:rPr>
              <a:t>commit 06993a2d2642c6f7177b57493b797d5d537e4d64 · branch integrate/member2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